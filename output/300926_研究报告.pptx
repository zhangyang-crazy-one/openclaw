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得分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Williams</c:v>
                  </c:pt>
                  <c:pt idx="1">
                    <c:v>RSI</c:v>
                  </c:pt>
                  <c:pt idx="2">
                    <c:v>MACD</c:v>
                  </c:pt>
                  <c:pt idx="3">
                    <c:v>KDJ</c:v>
                  </c:pt>
                  <c:pt idx="4">
                    <c:v>布林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65A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博俊科技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D8E8"/>
                </a:solidFill>
              </a:rPr>
              <a:t>300926.SZ · 深度研究报告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2860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综合评级: ★★★★ 推荐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8FB8C8"/>
                </a:solidFill>
              </a:rPr>
              <a:t>当前 ¥29.58  |  DCF估值 ¥30.78  |  上涨空间 +4.1%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公司概况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项目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代码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300926.SZ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名称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博俊科技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全称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江苏博俊工业科技股份有限公司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成立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2011年3月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上市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2021年1月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总股本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4.34亿股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流通股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2.98亿股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总市值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约127亿元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</a:rPr>
                        <a:t>价格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¥29.58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188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主营业务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60720" y="1600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汽车精密零部件和精密模具的研发、设计、生产和销售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6072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核心产品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2606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冲压件 · 焊接件 · 热成型件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注塑件 · 一体化压铸件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3291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市场地位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60720" y="37033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新能源汽车精密制造核心供应商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五大核心工艺 · 模具自研率92%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基本面分析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3716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条件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结果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净利润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6.27亿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&gt;1亿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ROE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22.6%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&gt;20%得2分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2分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毛利率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27.0%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&gt;30%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净利率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15.4%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&gt;10%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EPS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1.42元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&gt;0.3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0" y="1188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Carlson 质量评分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91640"/>
          <a:ext cx="3200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营收增长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+62.2%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净利润增长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+78.1%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ROIC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营业利润率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0" y="29260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</a:rPr>
              <a:t>基本面总分: 5/7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548640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分红: 5年累计5.70元/股, 年均1.14元/股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技术面分析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指标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信号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得分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Williams %R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-85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超卖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+3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RSI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超卖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+1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MACD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死叉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+0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KDJ K值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</a:rPr>
                        <a:t>超卖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+1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布林下轨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未触及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+0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217920" y="1371600"/>
          <a:ext cx="25603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38404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</a:rPr>
              <a:t>技术面总分: 5/6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DCF 估值模型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114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参数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净利润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6.27亿元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增长率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15.0%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折现率(WACC)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10%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永续增长率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2%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188720"/>
            <a:ext cx="3657600" cy="137160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12080" y="13716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</a:rPr>
              <a:t>¥30.78</a:t>
            </a:r>
            <a:endParaRPr lang="en-US" sz="42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DCF合理股价</a:t>
            </a:r>
            <a:endParaRPr lang="en-US" sz="4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当前 ¥29.58  →  上涨空间 +4.1%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5029200" y="2834640"/>
            <a:ext cx="3657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212080" y="29718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DCF评分: 2/5</a:t>
            </a:r>
            <a:endParaRPr lang="en-US" sz="2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上涨空间4.1%处于 -10%~10% 区间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</a:rPr>
              <a:t>巴菲特10大公式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137160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公式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数值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结果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现金测试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盈利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负债权益比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1.48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ROE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22.6%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流动比率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营业利润率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15.4%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资产周转率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需数据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利息保障倍数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需数据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盈利稳定性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稳定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自由现金流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-4.56亿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资本配置(分红)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1.14元/股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118872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⚠️ 风险关注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自由现金流为负(-4.56亿)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负债权益比偏高(1.48)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流动比率仅1.04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投资结论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2860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822960"/>
                <a:gridCol w="731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得分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满分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占比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技术面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83%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基本面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71%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DCF估值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40%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537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总分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18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59E0B"/>
                          </a:solidFill>
                        </a:rPr>
                        <a:t>67%</a:t>
                      </a:r>
                      <a:endParaRPr lang="en-US" sz="16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69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A5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463040"/>
            <a:ext cx="2468880" cy="2286000"/>
          </a:xfrm>
          <a:prstGeom prst="rect">
            <a:avLst/>
          </a:prstGeom>
          <a:solidFill>
            <a:srgbClr val="0A5370"/>
          </a:solidFill>
          <a:ln/>
        </p:spPr>
      </p:sp>
      <p:sp>
        <p:nvSpPr>
          <p:cNvPr id="6" name="Text 3"/>
          <p:cNvSpPr/>
          <p:nvPr/>
        </p:nvSpPr>
        <p:spPr>
          <a:xfrm>
            <a:off x="6217920" y="164592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</a:rPr>
              <a:t>★★★★</a:t>
            </a:r>
            <a:endParaRPr lang="en-US" sz="28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推荐</a:t>
            </a:r>
            <a:endParaRPr lang="en-US" sz="2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D8E8"/>
                </a:solidFill>
              </a:rPr>
              <a:t>总分12/18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核心优势:  </a:t>
            </a:r>
            <a:pPr indent="0" marL="0">
              <a:buNone/>
            </a:pPr>
            <a:r>
              <a:rPr lang="en-US" sz="1200" dirty="0">
                <a:solidFill>
                  <a:srgbClr val="A8D8E8"/>
                </a:solidFill>
              </a:rPr>
              <a:t>五大工艺, ROE 22.6%, 营收+62.2%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主要风险:  </a:t>
            </a:r>
            <a:pPr indent="0" marL="0">
              <a:buNone/>
            </a:pPr>
            <a:r>
              <a:rPr lang="en-US" sz="1200" dirty="0">
                <a:solidFill>
                  <a:srgbClr val="A8D8E8"/>
                </a:solidFill>
              </a:rPr>
              <a:t>自由现金流为负, 负债权益比偏高, 流动比率较低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90A0"/>
                </a:solidFill>
              </a:rPr>
              <a:t>DeepSeeker AI · 数据: 本地数据库+akshare · 财务:2025Q3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博俊科技(300926)深度研究</dc:title>
  <dc:subject>PptxGenJS Presentation</dc:subject>
  <dc:creator>DeepSeeker AI</dc:creator>
  <cp:lastModifiedBy>DeepSeeker AI</cp:lastModifiedBy>
  <cp:revision>1</cp:revision>
  <dcterms:created xsi:type="dcterms:W3CDTF">2026-05-10T11:40:59Z</dcterms:created>
  <dcterms:modified xsi:type="dcterms:W3CDTF">2026-05-10T11:40:59Z</dcterms:modified>
</cp:coreProperties>
</file>